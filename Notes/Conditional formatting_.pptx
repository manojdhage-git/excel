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4B69E-4698-4832-9184-18A8A6F7EC64}" v="5" dt="2025-09-17T03:25:26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Kambale" userId="a10b5cf4662d623c" providerId="LiveId" clId="{D600238D-9817-45A5-A4B6-643DC5FA786E}"/>
    <pc:docChg chg="undo custSel addSld modSld">
      <pc:chgData name="Vishal Kambale" userId="a10b5cf4662d623c" providerId="LiveId" clId="{D600238D-9817-45A5-A4B6-643DC5FA786E}" dt="2025-09-17T07:47:10.881" v="58" actId="20577"/>
      <pc:docMkLst>
        <pc:docMk/>
      </pc:docMkLst>
      <pc:sldChg chg="modSp mod">
        <pc:chgData name="Vishal Kambale" userId="a10b5cf4662d623c" providerId="LiveId" clId="{D600238D-9817-45A5-A4B6-643DC5FA786E}" dt="2025-09-17T05:27:34.071" v="29" actId="20577"/>
        <pc:sldMkLst>
          <pc:docMk/>
          <pc:sldMk cId="1551607239" sldId="257"/>
        </pc:sldMkLst>
        <pc:spChg chg="mod">
          <ac:chgData name="Vishal Kambale" userId="a10b5cf4662d623c" providerId="LiveId" clId="{D600238D-9817-45A5-A4B6-643DC5FA786E}" dt="2025-09-17T05:27:34.071" v="29" actId="20577"/>
          <ac:spMkLst>
            <pc:docMk/>
            <pc:sldMk cId="1551607239" sldId="257"/>
            <ac:spMk id="3" creationId="{DB6B2BF7-29FC-ABCD-E24B-8229B30A9641}"/>
          </ac:spMkLst>
        </pc:spChg>
      </pc:sldChg>
      <pc:sldChg chg="modSp mod">
        <pc:chgData name="Vishal Kambale" userId="a10b5cf4662d623c" providerId="LiveId" clId="{D600238D-9817-45A5-A4B6-643DC5FA786E}" dt="2025-09-17T07:46:20.054" v="56" actId="20577"/>
        <pc:sldMkLst>
          <pc:docMk/>
          <pc:sldMk cId="4196308726" sldId="258"/>
        </pc:sldMkLst>
        <pc:spChg chg="mod">
          <ac:chgData name="Vishal Kambale" userId="a10b5cf4662d623c" providerId="LiveId" clId="{D600238D-9817-45A5-A4B6-643DC5FA786E}" dt="2025-09-17T07:46:20.054" v="56" actId="20577"/>
          <ac:spMkLst>
            <pc:docMk/>
            <pc:sldMk cId="4196308726" sldId="258"/>
            <ac:spMk id="3" creationId="{06922204-618D-66F8-0CF1-432F95889F88}"/>
          </ac:spMkLst>
        </pc:spChg>
      </pc:sldChg>
      <pc:sldChg chg="modSp mod">
        <pc:chgData name="Vishal Kambale" userId="a10b5cf4662d623c" providerId="LiveId" clId="{D600238D-9817-45A5-A4B6-643DC5FA786E}" dt="2025-09-17T07:47:10.881" v="58" actId="20577"/>
        <pc:sldMkLst>
          <pc:docMk/>
          <pc:sldMk cId="4223704409" sldId="259"/>
        </pc:sldMkLst>
        <pc:spChg chg="mod">
          <ac:chgData name="Vishal Kambale" userId="a10b5cf4662d623c" providerId="LiveId" clId="{D600238D-9817-45A5-A4B6-643DC5FA786E}" dt="2025-09-17T07:47:10.881" v="58" actId="20577"/>
          <ac:spMkLst>
            <pc:docMk/>
            <pc:sldMk cId="4223704409" sldId="259"/>
            <ac:spMk id="3" creationId="{852807A6-6AA7-8AA3-3261-47D7CF47FD56}"/>
          </ac:spMkLst>
        </pc:spChg>
      </pc:sldChg>
      <pc:sldChg chg="addSp delSp modSp new mod">
        <pc:chgData name="Vishal Kambale" userId="a10b5cf4662d623c" providerId="LiveId" clId="{D600238D-9817-45A5-A4B6-643DC5FA786E}" dt="2025-09-17T03:25:26.975" v="21" actId="14100"/>
        <pc:sldMkLst>
          <pc:docMk/>
          <pc:sldMk cId="42183664" sldId="260"/>
        </pc:sldMkLst>
        <pc:spChg chg="del mod">
          <ac:chgData name="Vishal Kambale" userId="a10b5cf4662d623c" providerId="LiveId" clId="{D600238D-9817-45A5-A4B6-643DC5FA786E}" dt="2025-09-17T03:25:22.489" v="20" actId="478"/>
          <ac:spMkLst>
            <pc:docMk/>
            <pc:sldMk cId="42183664" sldId="260"/>
            <ac:spMk id="2" creationId="{886584D5-5AD9-80EA-DDA7-23F8BF7DE325}"/>
          </ac:spMkLst>
        </pc:spChg>
        <pc:spChg chg="del">
          <ac:chgData name="Vishal Kambale" userId="a10b5cf4662d623c" providerId="LiveId" clId="{D600238D-9817-45A5-A4B6-643DC5FA786E}" dt="2025-09-17T03:23:51.559" v="10" actId="478"/>
          <ac:spMkLst>
            <pc:docMk/>
            <pc:sldMk cId="42183664" sldId="260"/>
            <ac:spMk id="3" creationId="{0ACC3425-DDB4-0EA1-2F35-1E9FF91FEB02}"/>
          </ac:spMkLst>
        </pc:spChg>
        <pc:picChg chg="add mod">
          <ac:chgData name="Vishal Kambale" userId="a10b5cf4662d623c" providerId="LiveId" clId="{D600238D-9817-45A5-A4B6-643DC5FA786E}" dt="2025-09-17T03:25:26.975" v="21" actId="14100"/>
          <ac:picMkLst>
            <pc:docMk/>
            <pc:sldMk cId="42183664" sldId="260"/>
            <ac:picMk id="1026" creationId="{0E7D99C1-0A34-B291-D8DF-AB6E3108B8BA}"/>
          </ac:picMkLst>
        </pc:picChg>
      </pc:sldChg>
      <pc:sldChg chg="addSp delSp modSp new mod">
        <pc:chgData name="Vishal Kambale" userId="a10b5cf4662d623c" providerId="LiveId" clId="{D600238D-9817-45A5-A4B6-643DC5FA786E}" dt="2025-09-17T03:24:49.522" v="18" actId="20577"/>
        <pc:sldMkLst>
          <pc:docMk/>
          <pc:sldMk cId="2454722664" sldId="261"/>
        </pc:sldMkLst>
        <pc:spChg chg="add del mod">
          <ac:chgData name="Vishal Kambale" userId="a10b5cf4662d623c" providerId="LiveId" clId="{D600238D-9817-45A5-A4B6-643DC5FA786E}" dt="2025-09-17T03:24:49.522" v="18" actId="20577"/>
          <ac:spMkLst>
            <pc:docMk/>
            <pc:sldMk cId="2454722664" sldId="261"/>
            <ac:spMk id="2" creationId="{299773E2-5515-22D6-289C-86A7D1483A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79E9-7659-A607-01D0-92BE0DFA6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1C546-55B9-F1FB-E0D7-D0F4176C7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55CE4-9BD9-DBE4-D37F-A33203D8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B5E99-E303-6094-185A-51FDCB1A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1C583-12B3-4C7A-A08A-A3BC8C1D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BEA5-748F-F9D5-55FB-B7975819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A21FB-2E6C-B67F-6915-1DF79F585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F8D2-15C3-F4B3-10F5-9B2511DB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B54C5-0B43-D495-B107-D4785C6C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1239-4EAD-3F83-FF48-58A53175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39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5962-BD3A-6CA9-F925-13F6E40C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4CF0-05F5-726E-2061-57BD0174E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43070-30C9-C19E-A679-3FD37629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165F6-C15B-61FE-87D6-004FC6ED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6BEC-2B57-3268-5C3A-DEC852A8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74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99CE-EC15-DAF7-6DFD-8EC853AB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9ECB5-FB02-852F-6C21-A57A24934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12119-1242-787F-32A7-52593904E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AD1F-8E21-FE3E-76F5-98D3F8DE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5DBEC-0CFB-33F4-64B0-4324323F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156FB-3A4E-5203-4B81-4A05C093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2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D723-5329-CB9F-4F03-313BED628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FBFE-BE6B-1434-FD3B-81BB284D3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5F56D-B011-00F1-FBC3-274A2910C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5DFA3-1A1E-0C63-2CA9-3F956895E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F191D-A800-F43F-1C2A-D7082C444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D6D83-CD23-A95D-ADE0-915F99CD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1703-E151-5398-6BCC-067E59BB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89A06-9D7E-2D0F-D1A0-7F6D0F6B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22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10E9-0024-AF03-859C-EDD33E02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B4FDA-86A7-D8E0-602B-587C9C4A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23A4F-A517-8826-A492-E65626A9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2DB99-9D63-D65F-3E9A-438DD5E0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246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59E52-76E0-7D49-E46F-D41900C1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B0AB8-FD22-6E1A-FC26-DE36C40DA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8946C-0741-7C0C-7F91-521701C6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2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9F5A-C839-9055-B9F9-0A7558A1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E4B6-7A0A-30EC-421A-74C499FB6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C3D8-C6D4-1B8A-81EA-EABBEBC64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7064F-55E0-7C1B-E821-F279DC69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506B4-2C97-FD72-DD77-D16090F0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2B6CE-7214-C960-8A59-FF296208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8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70F9-1E56-AE8A-682E-99331680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FF5F3-CF6C-118F-74F9-D569281A7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1D967-DA10-1DB0-831F-EB23604C4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4D334-C9D2-F1F7-48BE-E16BA994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3B1E9-8067-C31A-4B29-F5BE4F64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12785-F177-1B23-C94B-9427ADBE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88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E76E-0F17-C82F-2A63-FC34E621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0C436-F0E9-CB7F-80D7-AE6ADAA4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7FE0F-F739-2C25-4BF2-9ADC7B53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7A8B9-79CD-47EF-397A-E2C20109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3A7C8-6153-AE34-F474-6FD91217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9A5A0-958B-C883-09B9-10D916E61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E1612-61F7-EC3D-1F6C-F5B2900D5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641C-6917-2A81-25CD-33983112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666B1-8B78-A56C-5D23-0461C32C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11570-61C6-3077-AC4B-97D6342F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75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F3B2F-98BD-4854-47E3-DA3E16DB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53A4D-0EA0-5F42-4ECC-DA20E2B7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81B05-A02C-4AE2-C560-F93D25D4A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5FCAD-69CF-4781-8898-56502100949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3C2E-23F8-8023-964D-DC35EC84C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BAB6F-FBDD-A760-374C-923192185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CE4A3-BCE3-456F-ABDC-FC214D414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4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9B80-A524-6FC0-41EE-A814EE454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formatting​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2BF57-D5F7-328B-8760-940759AA5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Advance Excel</a:t>
            </a:r>
          </a:p>
        </p:txBody>
      </p:sp>
    </p:spTree>
    <p:extLst>
      <p:ext uri="{BB962C8B-B14F-4D97-AF65-F5344CB8AC3E}">
        <p14:creationId xmlns:p14="http://schemas.microsoft.com/office/powerpoint/2010/main" val="257324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E6FB-F2A2-731B-1D0A-991813B5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conditional formatting​?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B2BF7-29FC-ABCD-E24B-8229B30A9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Conditional formatting is a feature found in spreadsheet tools like Microsoft Excel or Google Sheets. </a:t>
            </a:r>
          </a:p>
          <a:p>
            <a:pPr fontAlgn="base"/>
            <a:r>
              <a:rPr lang="en-US" dirty="0"/>
              <a:t>It automatically changes how cells look—such as their color, font, or borders—based on the values inside them. </a:t>
            </a:r>
          </a:p>
          <a:p>
            <a:pPr fontAlgn="base"/>
            <a:r>
              <a:rPr lang="en-US" dirty="0"/>
              <a:t>It's like giving your data a voice by helping it visually shout "Look at me!​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0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6ABB-1648-44E1-15AC-66D9E5F0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22204-618D-66F8-0CF1-432F95889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Set a condition:​</a:t>
            </a:r>
          </a:p>
          <a:p>
            <a:pPr lvl="1" fontAlgn="base"/>
            <a:r>
              <a:rPr lang="en-US" dirty="0"/>
              <a:t>For example: set the rule as above 90​</a:t>
            </a:r>
          </a:p>
          <a:p>
            <a:pPr lvl="1" fontAlgn="base"/>
            <a:r>
              <a:rPr lang="en-US" dirty="0"/>
              <a:t>Turn red if value is present</a:t>
            </a:r>
          </a:p>
          <a:p>
            <a:pPr fontAlgn="base"/>
            <a:r>
              <a:rPr lang="en-US" dirty="0"/>
              <a:t>Apply formatting:​</a:t>
            </a:r>
          </a:p>
          <a:p>
            <a:pPr lvl="1" fontAlgn="base"/>
            <a:r>
              <a:rPr lang="en-US" dirty="0"/>
              <a:t>The spreadsheet changes cell appearance as per the requirement.​</a:t>
            </a:r>
          </a:p>
          <a:p>
            <a:pPr fontAlgn="base"/>
            <a:r>
              <a:rPr lang="en-US" dirty="0"/>
              <a:t>Spot the pattern instantly:​</a:t>
            </a:r>
          </a:p>
          <a:p>
            <a:pPr lvl="1" fontAlgn="base"/>
            <a:r>
              <a:rPr lang="en-US" dirty="0"/>
              <a:t>It helps quickly identify the pattern, errors, trends or important data without manual intervention/scanning​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30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9873-2F6D-EE48-7C1A-1E11F4DD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using conditional formatting​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07A6-6AA7-8AA3-3261-47D7CF47F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Spot the outlier​</a:t>
            </a:r>
          </a:p>
          <a:p>
            <a:pPr fontAlgn="base"/>
            <a:r>
              <a:rPr lang="en-US" dirty="0"/>
              <a:t>Track the deadline for particular date​</a:t>
            </a:r>
          </a:p>
          <a:p>
            <a:pPr fontAlgn="base"/>
            <a:r>
              <a:rPr lang="en-US" dirty="0"/>
              <a:t>Top ‘Nth’ performances​</a:t>
            </a:r>
          </a:p>
          <a:p>
            <a:pPr fontAlgn="base"/>
            <a:r>
              <a:rPr lang="en-US" dirty="0"/>
              <a:t>Analyze trends with heat map​</a:t>
            </a:r>
          </a:p>
          <a:p>
            <a:pPr fontAlgn="base"/>
            <a:r>
              <a:rPr lang="en-US" dirty="0"/>
              <a:t>Validate input data​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704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E7D99C1-0A34-B291-D8DF-AB6E3108B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4" y="403123"/>
            <a:ext cx="11475338" cy="6454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73E2-5515-22D6-289C-86A7D148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3334-FF27-2D2C-E098-39C99C03A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4722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168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Conditional formatting​</vt:lpstr>
      <vt:lpstr>What is conditional formatting​?</vt:lpstr>
      <vt:lpstr>How it works?​</vt:lpstr>
      <vt:lpstr>Data analysis using conditional formatting​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Kambale</dc:creator>
  <cp:lastModifiedBy>Vishal Kambale</cp:lastModifiedBy>
  <cp:revision>1</cp:revision>
  <dcterms:created xsi:type="dcterms:W3CDTF">2025-09-17T03:21:42Z</dcterms:created>
  <dcterms:modified xsi:type="dcterms:W3CDTF">2025-09-17T07:47:18Z</dcterms:modified>
</cp:coreProperties>
</file>