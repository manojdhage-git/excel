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A8626-37EE-473D-8AC5-55B79A1E7856}" v="1" dt="2025-09-16T05:45:05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Kambale" userId="a10b5cf4662d623c" providerId="LiveId" clId="{D600238D-9817-45A5-A4B6-643DC5FA786E}"/>
    <pc:docChg chg="modSld">
      <pc:chgData name="Vishal Kambale" userId="a10b5cf4662d623c" providerId="LiveId" clId="{D600238D-9817-45A5-A4B6-643DC5FA786E}" dt="2025-09-16T06:18:27.525" v="22" actId="20577"/>
      <pc:docMkLst>
        <pc:docMk/>
      </pc:docMkLst>
      <pc:sldChg chg="modSp mod">
        <pc:chgData name="Vishal Kambale" userId="a10b5cf4662d623c" providerId="LiveId" clId="{D600238D-9817-45A5-A4B6-643DC5FA786E}" dt="2025-09-16T06:18:27.525" v="22" actId="20577"/>
        <pc:sldMkLst>
          <pc:docMk/>
          <pc:sldMk cId="2752231439" sldId="258"/>
        </pc:sldMkLst>
        <pc:spChg chg="mod">
          <ac:chgData name="Vishal Kambale" userId="a10b5cf4662d623c" providerId="LiveId" clId="{D600238D-9817-45A5-A4B6-643DC5FA786E}" dt="2025-09-16T06:18:27.525" v="22" actId="20577"/>
          <ac:spMkLst>
            <pc:docMk/>
            <pc:sldMk cId="2752231439" sldId="258"/>
            <ac:spMk id="3" creationId="{7420672D-031E-6693-9746-51759910875B}"/>
          </ac:spMkLst>
        </pc:spChg>
        <pc:picChg chg="mod">
          <ac:chgData name="Vishal Kambale" userId="a10b5cf4662d623c" providerId="LiveId" clId="{D600238D-9817-45A5-A4B6-643DC5FA786E}" dt="2025-09-16T05:45:11.652" v="1" actId="1076"/>
          <ac:picMkLst>
            <pc:docMk/>
            <pc:sldMk cId="2752231439" sldId="258"/>
            <ac:picMk id="5" creationId="{4C9BAA1C-C7EE-27D0-0905-1FDCD2AF26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1B18-9793-9206-C00D-F3000EE96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A3568-63F6-F0F1-4230-C4927F5C6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1F69E-C4D1-1793-5638-C78C8503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555B4-72FB-306D-56EB-C11F6E6B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C909C-B2BD-9E75-5CC8-A7C8E0E8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6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AEE3B-C791-8E5B-2DCC-5EB85980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A683D-B0B2-A321-4085-8F49A8BAC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CFC68-9F66-2C26-34F2-D9295495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007B6-2142-F317-5A2A-FC2338FF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540F7-42F6-BD3B-67A5-F2E9A2FF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80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5044-DD61-5F5D-F21B-F1627420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DA490-F43D-F5B8-AEEE-5D385065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43C7D-FD74-0731-B3DB-C04FE3F4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B3A41-F0B8-1198-8483-3B90C7E7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8642B-FD4B-1E76-EA36-A6040EAF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52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04BB-4B22-720C-3734-626ABAD4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AD2D-46DC-89C5-EE24-90CADF658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00AF8-49E6-8FD5-7E41-EBC996EC6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2F6-2A8D-A391-651D-14A5D8C5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D5574-A8A5-95AD-443F-5D96ED51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2A555-0D54-D4C5-2455-ECE17DCA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00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E395-5EBF-776A-2999-706718A5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774D8-A9AC-5F4D-5A9A-A250647F8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63B00-6403-16D3-D246-43A6F204D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929E1-19BF-F870-ABE2-11F9887E0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7E945-D736-443E-0B35-B6F521504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3BAD3-966E-D2DD-AF11-01F4C960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D7766-09B5-6DE2-0845-16FDDB36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1D802-266C-1E88-CDFA-E8F345C8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30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2CE0-56FC-28BA-0713-70225055E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9ADA1-0732-01E7-8D26-BE5F617B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A86E0-B8D0-4A28-8A05-C1791A11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8B82D-827C-5C2E-1CB7-C2A23F5F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75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D8BEA-2CF0-EEC0-A8FA-CD01ED45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D973B-C20F-348F-5B13-0057942D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1E1B-3EEB-01C1-FE66-DA4B57ED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90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558A-2D89-8227-EDEE-38013B47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355E-AE06-729C-A338-0739238E1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FB5DE-72CA-7CFD-CFD0-4ED05E805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36275-8AAD-E906-087C-4079E124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C38C6-8D9E-7714-BA16-D9E01CBC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24AE5-74B4-F99E-5724-27F13FEE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2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F5D9-B74B-9E87-EA46-0B9DBC6C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E99CD-7DFE-CB60-0E91-E19C48223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AB1D6-C543-AFDB-36BA-90F01517C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43481-82A9-A418-D6BA-FB33BBED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22996-4D6A-BD44-3F49-83B7D03C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3795F-1DE9-FD02-083B-44B0EF39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9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DB2E-93F7-E75E-D747-7A13D80C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498BD-72FB-014C-982D-7272693E3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ED7E4-2983-0853-834C-85DEA7EA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8F43-C6BC-ABA1-6ED2-C67CB8BE8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7DAD-4884-38D0-1988-7DDA40D5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40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CB18A-7152-36F5-050A-83E5435EE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5A36B-079C-F8FC-BB87-DEF9B57FE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12509-A945-5E27-5188-DCF59F3BF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3CB93-E71C-0858-A765-8DE07E94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BCA8-7FA7-58AA-A2A4-479E7C68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44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753A4-1B1E-CA86-AC73-F1F6FB47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4F799-0210-B314-1300-00E5EEDF7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19DD-44E1-CDC0-75B1-ABE5DC9C5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568F8-793E-4689-AA18-47E4F697FF7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1A1BD-C4E6-8084-C238-80ADE3F8D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377B-8490-FC3C-0A82-5680215BB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53D54-77D1-4D0C-B95C-C05DA614A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76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222AB9-6C44-F081-F8BC-68D98F9C7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58761"/>
            <a:ext cx="9144000" cy="4599039"/>
          </a:xfrm>
        </p:spPr>
        <p:txBody>
          <a:bodyPr/>
          <a:lstStyle/>
          <a:p>
            <a:r>
              <a:rPr lang="en-US" b="1" dirty="0"/>
              <a:t>What is Cell ?</a:t>
            </a:r>
          </a:p>
          <a:p>
            <a:r>
              <a:rPr lang="en-US" dirty="0"/>
              <a:t>where a row and a column intersect, serving as the basic storage unit for data like text, numbers, or formulas.</a:t>
            </a:r>
          </a:p>
          <a:p>
            <a:r>
              <a:rPr lang="en-IN" dirty="0"/>
              <a:t>Cell = B2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859B7E-AFF9-E9C1-E857-584DD3067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352877"/>
              </p:ext>
            </p:extLst>
          </p:nvPr>
        </p:nvGraphicFramePr>
        <p:xfrm>
          <a:off x="2012335" y="2725447"/>
          <a:ext cx="8128002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675433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017468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02989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8156216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616447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9611328"/>
                    </a:ext>
                  </a:extLst>
                </a:gridCol>
              </a:tblGrid>
              <a:tr h="184901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4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20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upGrad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72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370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6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9A07-B075-4169-15F5-3F9CD4E18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1"/>
            <a:ext cx="10515600" cy="560669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What is Columns ?</a:t>
            </a:r>
          </a:p>
          <a:p>
            <a:r>
              <a:rPr lang="en-US" dirty="0"/>
              <a:t>a collection of cells identified by an alphabetical letter at the top of the worksheet. arranged vertically.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What is Row?</a:t>
            </a:r>
          </a:p>
          <a:p>
            <a:pPr marL="0" indent="0" algn="ctr">
              <a:buNone/>
            </a:pPr>
            <a:r>
              <a:rPr lang="en-US" dirty="0"/>
              <a:t>a horizontal series of cells identified by a unique number. 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03F3F-AEC0-4510-F54D-CB98EFB5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992" y="2050868"/>
            <a:ext cx="6830378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B4371D-7C3B-F1FF-C51A-739BD7E0F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557" y="4786510"/>
            <a:ext cx="1952898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6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672D-031E-6693-9746-517599108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579350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What is Table?</a:t>
            </a:r>
          </a:p>
          <a:p>
            <a:pPr marL="0" indent="0" algn="ctr">
              <a:buNone/>
            </a:pPr>
            <a:r>
              <a:rPr lang="en-US" dirty="0"/>
              <a:t>Rows &amp; columns combinations </a:t>
            </a:r>
          </a:p>
          <a:p>
            <a:pPr marL="0" indent="0" algn="ctr">
              <a:buNone/>
            </a:pPr>
            <a:r>
              <a:rPr lang="en-US" dirty="0"/>
              <a:t>which provides a structured, a container for your data that offers automatic formatting, filtering, formula.</a:t>
            </a:r>
          </a:p>
          <a:p>
            <a:pPr marL="0" indent="0" algn="ctr">
              <a:buNone/>
            </a:pPr>
            <a:r>
              <a:rPr lang="en-US" dirty="0"/>
              <a:t>10,48,576 rows and 16,384 columns. 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BAA1C-C7EE-27D0-0905-1FDCD2AF2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141" y="3022167"/>
            <a:ext cx="4887007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3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B58A-E9C1-372C-D3B1-FF092A582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942"/>
            <a:ext cx="10515600" cy="5646021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What is Excel ?</a:t>
            </a:r>
          </a:p>
          <a:p>
            <a:r>
              <a:rPr lang="en-US" dirty="0"/>
              <a:t>Excel is a Microsoft software program tool </a:t>
            </a:r>
          </a:p>
          <a:p>
            <a:r>
              <a:rPr lang="en-US" dirty="0"/>
              <a:t> that creates spreadsheets for organizing, analyzing, and storing multiple type of the data which is bases on rows and columns combination.</a:t>
            </a:r>
          </a:p>
          <a:p>
            <a:r>
              <a:rPr lang="en-US" dirty="0"/>
              <a:t>It’s a relation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88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152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Kambale</dc:creator>
  <cp:lastModifiedBy>Vishal Kambale</cp:lastModifiedBy>
  <cp:revision>1</cp:revision>
  <dcterms:created xsi:type="dcterms:W3CDTF">2025-09-16T05:31:48Z</dcterms:created>
  <dcterms:modified xsi:type="dcterms:W3CDTF">2025-09-16T06:18:38Z</dcterms:modified>
</cp:coreProperties>
</file>